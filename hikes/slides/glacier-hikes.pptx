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hiking days in Glacier. Day 2 splits into two groups and is the only day that depends on the shuttle.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one to plan around, because it depends on shuttle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Avalanche Lake — one trail · out &amp;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Highline &amp; Hidden Lake — two groups · both start at logan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Grinnell Glacier &amp; Grinnell Lake — out &amp; back · turn around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only day the car is left behind, and it depends on the last westbound shuttle from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4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GLACIER NATIONAL 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481328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Days,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Trails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 25 to Thursday 27 August  ·  Avalanche Lake, Logan Pass, Many Glacier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14984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45152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47488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45152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&amp; Hidden Lake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37576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6" name="Shape 14"/>
          <p:cNvSpPr/>
          <p:nvPr/>
        </p:nvSpPr>
        <p:spPr>
          <a:xfrm>
            <a:off x="8275320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7" name="Text 15"/>
          <p:cNvSpPr/>
          <p:nvPr/>
        </p:nvSpPr>
        <p:spPr>
          <a:xfrm>
            <a:off x="8275320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77656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75320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days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Distances are round trip unless noted.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 25 · Lake McDonald Valley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1248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 mi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31136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 ft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 hr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31136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&amp; back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at the foot of the lake, or keep going along the shore to the head for another 0.65 mi each way.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70432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 and back.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25696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19" name="Shape 17"/>
          <p:cNvSpPr/>
          <p:nvPr/>
        </p:nvSpPr>
        <p:spPr>
          <a:xfrm>
            <a:off x="4718304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0" name="Text 18"/>
          <p:cNvSpPr/>
          <p:nvPr/>
        </p:nvSpPr>
        <p:spPr>
          <a:xfrm>
            <a:off x="471830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93792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18304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&amp; Hidden Lake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18304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 26 · Logan Pass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18304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 mi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108192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group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8304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mi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08192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lakes group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18304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summit group finishes at The Loop rather than back at Logan Pass, so the shuttle has to line up.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18304" y="5669280"/>
            <a:ext cx="237744" cy="237744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47488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and shuttle, no car.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02752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33" name="Shape 31"/>
          <p:cNvSpPr/>
          <p:nvPr/>
        </p:nvSpPr>
        <p:spPr>
          <a:xfrm>
            <a:off x="8595360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070848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595360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595360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 27 · Many Glacier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95360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 mi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985248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 ft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95360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 mi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985248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95360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and back, so anyone can turn around at a viewpoint. Grinnell Lake adds a flat 1.8 mi.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595360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44" name="Text 42"/>
          <p:cNvSpPr/>
          <p:nvPr/>
        </p:nvSpPr>
        <p:spPr>
          <a:xfrm>
            <a:off x="8595360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924544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there, drive back.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1-avalanche-lak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 ·  TUE · AUG 25  ·  LAKE MCDONALD VALLEY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 · OUT &amp; BACK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easy grade the whole way, up Avalanche Gorge through old cedar to a lake with waterfalls coming off the headwall behind it.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at the foot of the lake makes it 4.6 mi.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Avalanche Creek on Going-to-the-Sun Road.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back. The car stays at the trailhead.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 the way you came.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2-logan-pass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 ·  WED · AUG 26  ·  LOGAN PASS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&amp; Hidden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GROUPS · BOTH START AT LOGAN PASS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GROUP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26791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→ The Loop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48640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48640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029968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2,300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029968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511296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511296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48640" y="365760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2E7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LAKES GROUP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3831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Lake Overlook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548640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48640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029968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029968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511296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1½–2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3511296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car stays there all day.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from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transferring at Avalanche Creek.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2" name="Text 29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groups start here and split.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66928" y="6327648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63276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877824" y="6300216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summit at The Loop (last bus 7:30 pm), lakes at Logan Pass.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3-grinnell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  ·  THU · AUG 27  ·  MANY GLACIER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&amp; BACK · TURN AROUND ANY TIME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FOOT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Climbs the wall above Lake Josephine and ends at Upper Grinnell Lake, below the glacier. Good views most of the way up, so anyone can stop early and head back.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Grinnell Lake spur adds 1.8 mi round trip and is flat.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Many Glacier and park by the hotel.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 as far as the group wants.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Boat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(optional) saves 1.7 mi each way.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get to each one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driving days and one that runs entirely on the park shuttle.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02082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03520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22976" y="2057400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5522976" y="2057400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67728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87184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15" name="Text 13"/>
          <p:cNvSpPr/>
          <p:nvPr/>
        </p:nvSpPr>
        <p:spPr>
          <a:xfrm>
            <a:off x="7187184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71600" y="2532888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 sits at the Avalanche Creek lot all day. Nothing to catch and nothing to book.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355848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3630168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359359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&amp; Hidden Lake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3630168"/>
            <a:ext cx="1283818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630168"/>
            <a:ext cx="12838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7258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66714" y="3630168"/>
            <a:ext cx="479146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5" name="Text 23"/>
          <p:cNvSpPr/>
          <p:nvPr/>
        </p:nvSpPr>
        <p:spPr>
          <a:xfrm>
            <a:off x="6166714" y="3630168"/>
            <a:ext cx="4791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4585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65315" y="3630168"/>
            <a:ext cx="1927555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8" name="Text 26"/>
          <p:cNvSpPr/>
          <p:nvPr/>
        </p:nvSpPr>
        <p:spPr>
          <a:xfrm>
            <a:off x="6865315" y="3630168"/>
            <a:ext cx="19275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92870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12326" y="3630168"/>
            <a:ext cx="559613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31" name="Text 29"/>
          <p:cNvSpPr/>
          <p:nvPr/>
        </p:nvSpPr>
        <p:spPr>
          <a:xfrm>
            <a:off x="9012326" y="3630168"/>
            <a:ext cx="5596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57193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91395" y="3630168"/>
            <a:ext cx="1203350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34" name="Text 32"/>
          <p:cNvSpPr/>
          <p:nvPr/>
        </p:nvSpPr>
        <p:spPr>
          <a:xfrm>
            <a:off x="9791395" y="3630168"/>
            <a:ext cx="12033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371600" y="4105656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at Avalanche both directions. We should be long gone by then, but the last bus out of The Loop is 7:30 pm — the summit group has to be down before it goes.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4928616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37" name="Shape 35"/>
          <p:cNvSpPr/>
          <p:nvPr/>
        </p:nvSpPr>
        <p:spPr>
          <a:xfrm>
            <a:off x="914400" y="5202936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202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1663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663440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303520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522976" y="5202936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44" name="Text 42"/>
          <p:cNvSpPr/>
          <p:nvPr/>
        </p:nvSpPr>
        <p:spPr>
          <a:xfrm>
            <a:off x="5522976" y="520293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67728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187184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7" name="Text 45"/>
          <p:cNvSpPr/>
          <p:nvPr/>
        </p:nvSpPr>
        <p:spPr>
          <a:xfrm>
            <a:off x="7187184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371600" y="5678424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optional boat across Swiftcurrent and Josephine saves 1.7 mi each way, in either direction or both.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Glacier National Park — Three Days of Hiking</dc:title>
  <dc:subject>PptxGenJS Presentation</dc:subject>
  <dc:creator>Glacier trip planning</dc:creator>
  <cp:lastModifiedBy>Glacier trip planning</cp:lastModifiedBy>
  <cp:revision>1</cp:revision>
  <dcterms:created xsi:type="dcterms:W3CDTF">2026-08-24T15:10:05Z</dcterms:created>
  <dcterms:modified xsi:type="dcterms:W3CDTF">2026-08-24T15:10:05Z</dcterms:modified>
</cp:coreProperties>
</file>